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speaker notes for slide three. They must survive round trips.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1</a:t>
            </a:r>
          </a:p>
          <a:p>
            <a:pPr lvl="1"/>
            <a:r>
              <a:t>Second bullet on slide 1</a:t>
            </a:r>
          </a:p>
        </p:txBody>
      </p:sp>
      <p:pic>
        <p:nvPicPr>
          <p:cNvPr id="4" name="Picture 3" descr="probe.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2</a:t>
            </a:r>
          </a:p>
          <a:p>
            <a:pPr lvl="1"/>
            <a:r>
              <a:t>Second bullet on 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ROUNDED 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3</a:t>
            </a:r>
          </a:p>
          <a:p>
            <a:pPr lvl="1"/>
            <a:r>
              <a:t>Second bullet on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