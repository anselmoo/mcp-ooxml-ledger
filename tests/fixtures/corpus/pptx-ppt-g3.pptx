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3F6F3-B83C-1047-9118-BAC4B6BD0A8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C5EDF-0F48-FC4D-9E9A-FA508BCA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3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speaker notes for slide three. They must survive round trips.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1</a:t>
            </a:r>
          </a:p>
          <a:p>
            <a:pPr lvl="1"/>
            <a:r>
              <a:t>Second bullet on slide 1</a:t>
            </a:r>
          </a:p>
        </p:txBody>
      </p:sp>
      <p:pic>
        <p:nvPicPr>
          <p:cNvPr id="4" name="Picture 3" descr="probe.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2</a:t>
            </a:r>
          </a:p>
          <a:p>
            <a:pPr lvl="1"/>
            <a:r>
              <a:t>Second bullet on slide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ROUNDED SHAPE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3</a:t>
            </a:r>
          </a:p>
          <a:p>
            <a:pPr lvl="1"/>
            <a:r>
              <a:t>Second bullet on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Macintosh PowerPoint</Application>
  <PresentationFormat>On-screen Show (4:3)</PresentationFormat>
  <Paragraphs>11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Slide 1 Title</vt:lpstr>
      <vt:lpstr>Slide 2 Title</vt:lpstr>
      <vt:lpstr>Slide 3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Anselm Hahn</cp:lastModifiedBy>
  <cp:revision>4</cp:revision>
  <dcterms:created xsi:type="dcterms:W3CDTF">2013-01-27T09:14:16Z</dcterms:created>
  <dcterms:modified xsi:type="dcterms:W3CDTF">2026-08-26T16:42:52Z</dcterms:modified>
  <cp:category/>
</cp:coreProperties>
</file>